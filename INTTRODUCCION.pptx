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A99AA-84B2-4278-83D6-E4ED0EA3C9C6}" v="7" dt="2025-05-04T03:28:43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tapia aguilar" userId="40584f94e15a2881" providerId="LiveId" clId="{0A1A99AA-84B2-4278-83D6-E4ED0EA3C9C6}"/>
    <pc:docChg chg="undo custSel addSld modSld">
      <pc:chgData name="maria tapia aguilar" userId="40584f94e15a2881" providerId="LiveId" clId="{0A1A99AA-84B2-4278-83D6-E4ED0EA3C9C6}" dt="2025-05-04T03:34:39.168" v="3815" actId="313"/>
      <pc:docMkLst>
        <pc:docMk/>
      </pc:docMkLst>
      <pc:sldChg chg="modSp mod">
        <pc:chgData name="maria tapia aguilar" userId="40584f94e15a2881" providerId="LiveId" clId="{0A1A99AA-84B2-4278-83D6-E4ED0EA3C9C6}" dt="2025-05-04T02:27:44.546" v="347" actId="6549"/>
        <pc:sldMkLst>
          <pc:docMk/>
          <pc:sldMk cId="3230618544" sldId="257"/>
        </pc:sldMkLst>
        <pc:spChg chg="mod">
          <ac:chgData name="maria tapia aguilar" userId="40584f94e15a2881" providerId="LiveId" clId="{0A1A99AA-84B2-4278-83D6-E4ED0EA3C9C6}" dt="2025-05-04T02:27:44.546" v="347" actId="6549"/>
          <ac:spMkLst>
            <pc:docMk/>
            <pc:sldMk cId="3230618544" sldId="257"/>
            <ac:spMk id="3" creationId="{C6788087-E3EC-DC31-7DD4-85FCD4C959C3}"/>
          </ac:spMkLst>
        </pc:spChg>
      </pc:sldChg>
      <pc:sldChg chg="modSp mod">
        <pc:chgData name="maria tapia aguilar" userId="40584f94e15a2881" providerId="LiveId" clId="{0A1A99AA-84B2-4278-83D6-E4ED0EA3C9C6}" dt="2025-05-04T02:34:21.058" v="668" actId="27636"/>
        <pc:sldMkLst>
          <pc:docMk/>
          <pc:sldMk cId="723469008" sldId="258"/>
        </pc:sldMkLst>
        <pc:spChg chg="mod">
          <ac:chgData name="maria tapia aguilar" userId="40584f94e15a2881" providerId="LiveId" clId="{0A1A99AA-84B2-4278-83D6-E4ED0EA3C9C6}" dt="2025-05-04T02:34:21.058" v="668" actId="27636"/>
          <ac:spMkLst>
            <pc:docMk/>
            <pc:sldMk cId="723469008" sldId="258"/>
            <ac:spMk id="3" creationId="{50A1B443-8C5C-4D80-284E-17280061486F}"/>
          </ac:spMkLst>
        </pc:spChg>
      </pc:sldChg>
      <pc:sldChg chg="modSp mod">
        <pc:chgData name="maria tapia aguilar" userId="40584f94e15a2881" providerId="LiveId" clId="{0A1A99AA-84B2-4278-83D6-E4ED0EA3C9C6}" dt="2025-05-04T02:28:56.826" v="349" actId="20577"/>
        <pc:sldMkLst>
          <pc:docMk/>
          <pc:sldMk cId="2433031276" sldId="259"/>
        </pc:sldMkLst>
        <pc:spChg chg="mod">
          <ac:chgData name="maria tapia aguilar" userId="40584f94e15a2881" providerId="LiveId" clId="{0A1A99AA-84B2-4278-83D6-E4ED0EA3C9C6}" dt="2025-05-04T02:28:56.826" v="349" actId="20577"/>
          <ac:spMkLst>
            <pc:docMk/>
            <pc:sldMk cId="2433031276" sldId="259"/>
            <ac:spMk id="3" creationId="{02BBB5DC-F208-0B70-1374-F4673ACBEBFB}"/>
          </ac:spMkLst>
        </pc:spChg>
      </pc:sldChg>
      <pc:sldChg chg="addSp delSp modSp new mod">
        <pc:chgData name="maria tapia aguilar" userId="40584f94e15a2881" providerId="LiveId" clId="{0A1A99AA-84B2-4278-83D6-E4ED0EA3C9C6}" dt="2025-05-04T02:45:31.603" v="1108" actId="20577"/>
        <pc:sldMkLst>
          <pc:docMk/>
          <pc:sldMk cId="3252665493" sldId="260"/>
        </pc:sldMkLst>
        <pc:spChg chg="mod">
          <ac:chgData name="maria tapia aguilar" userId="40584f94e15a2881" providerId="LiveId" clId="{0A1A99AA-84B2-4278-83D6-E4ED0EA3C9C6}" dt="2025-05-04T02:39:00.162" v="846" actId="255"/>
          <ac:spMkLst>
            <pc:docMk/>
            <pc:sldMk cId="3252665493" sldId="260"/>
            <ac:spMk id="2" creationId="{07130C7E-DFC9-E500-1E13-5F06133EE8A7}"/>
          </ac:spMkLst>
        </pc:spChg>
        <pc:spChg chg="del mod">
          <ac:chgData name="maria tapia aguilar" userId="40584f94e15a2881" providerId="LiveId" clId="{0A1A99AA-84B2-4278-83D6-E4ED0EA3C9C6}" dt="2025-05-04T02:37:49.588" v="734" actId="3680"/>
          <ac:spMkLst>
            <pc:docMk/>
            <pc:sldMk cId="3252665493" sldId="260"/>
            <ac:spMk id="3" creationId="{CA33C7D1-D091-1017-CE47-A781DB194712}"/>
          </ac:spMkLst>
        </pc:spChg>
        <pc:spChg chg="del mod">
          <ac:chgData name="maria tapia aguilar" userId="40584f94e15a2881" providerId="LiveId" clId="{0A1A99AA-84B2-4278-83D6-E4ED0EA3C9C6}" dt="2025-05-04T02:44:16.793" v="1029" actId="3680"/>
          <ac:spMkLst>
            <pc:docMk/>
            <pc:sldMk cId="3252665493" sldId="260"/>
            <ac:spMk id="4" creationId="{87AE2A48-E153-62D5-0BB8-3B4A3F40287C}"/>
          </ac:spMkLst>
        </pc:spChg>
        <pc:graphicFrameChg chg="add mod ord modGraphic">
          <ac:chgData name="maria tapia aguilar" userId="40584f94e15a2881" providerId="LiveId" clId="{0A1A99AA-84B2-4278-83D6-E4ED0EA3C9C6}" dt="2025-05-04T02:43:27.711" v="1027" actId="21"/>
          <ac:graphicFrameMkLst>
            <pc:docMk/>
            <pc:sldMk cId="3252665493" sldId="260"/>
            <ac:graphicFrameMk id="5" creationId="{40962729-E84A-F612-74C0-13F494B6076B}"/>
          </ac:graphicFrameMkLst>
        </pc:graphicFrameChg>
        <pc:graphicFrameChg chg="add mod ord modGraphic">
          <ac:chgData name="maria tapia aguilar" userId="40584f94e15a2881" providerId="LiveId" clId="{0A1A99AA-84B2-4278-83D6-E4ED0EA3C9C6}" dt="2025-05-04T02:45:31.603" v="1108" actId="20577"/>
          <ac:graphicFrameMkLst>
            <pc:docMk/>
            <pc:sldMk cId="3252665493" sldId="260"/>
            <ac:graphicFrameMk id="6" creationId="{02105408-CF4A-F5D7-578C-79260DC520FA}"/>
          </ac:graphicFrameMkLst>
        </pc:graphicFrameChg>
      </pc:sldChg>
      <pc:sldChg chg="addSp delSp modSp add mod modClrScheme chgLayout">
        <pc:chgData name="maria tapia aguilar" userId="40584f94e15a2881" providerId="LiveId" clId="{0A1A99AA-84B2-4278-83D6-E4ED0EA3C9C6}" dt="2025-05-04T02:58:30.184" v="1450" actId="700"/>
        <pc:sldMkLst>
          <pc:docMk/>
          <pc:sldMk cId="2315385969" sldId="261"/>
        </pc:sldMkLst>
        <pc:spChg chg="mod ord">
          <ac:chgData name="maria tapia aguilar" userId="40584f94e15a2881" providerId="LiveId" clId="{0A1A99AA-84B2-4278-83D6-E4ED0EA3C9C6}" dt="2025-05-04T02:58:30.184" v="1450" actId="700"/>
          <ac:spMkLst>
            <pc:docMk/>
            <pc:sldMk cId="2315385969" sldId="261"/>
            <ac:spMk id="2" creationId="{7EAD62C7-8B4F-E50B-56A7-AFE197DD7A18}"/>
          </ac:spMkLst>
        </pc:spChg>
        <pc:spChg chg="add del mod">
          <ac:chgData name="maria tapia aguilar" userId="40584f94e15a2881" providerId="LiveId" clId="{0A1A99AA-84B2-4278-83D6-E4ED0EA3C9C6}" dt="2025-05-04T02:47:20.151" v="1151" actId="478"/>
          <ac:spMkLst>
            <pc:docMk/>
            <pc:sldMk cId="2315385969" sldId="261"/>
            <ac:spMk id="4" creationId="{45EBFF61-B42D-2565-3AD2-3743584213D5}"/>
          </ac:spMkLst>
        </pc:spChg>
        <pc:graphicFrameChg chg="mod ord modGraphic">
          <ac:chgData name="maria tapia aguilar" userId="40584f94e15a2881" providerId="LiveId" clId="{0A1A99AA-84B2-4278-83D6-E4ED0EA3C9C6}" dt="2025-05-04T02:58:30.184" v="1450" actId="700"/>
          <ac:graphicFrameMkLst>
            <pc:docMk/>
            <pc:sldMk cId="2315385969" sldId="261"/>
            <ac:graphicFrameMk id="5" creationId="{76714E17-FF2F-870C-3592-679DD633769A}"/>
          </ac:graphicFrameMkLst>
        </pc:graphicFrameChg>
        <pc:graphicFrameChg chg="del modGraphic">
          <ac:chgData name="maria tapia aguilar" userId="40584f94e15a2881" providerId="LiveId" clId="{0A1A99AA-84B2-4278-83D6-E4ED0EA3C9C6}" dt="2025-05-04T02:47:08.116" v="1150" actId="21"/>
          <ac:graphicFrameMkLst>
            <pc:docMk/>
            <pc:sldMk cId="2315385969" sldId="261"/>
            <ac:graphicFrameMk id="6" creationId="{8EF08F52-53B3-E0BF-87B4-762B2C41E7EB}"/>
          </ac:graphicFrameMkLst>
        </pc:graphicFrameChg>
      </pc:sldChg>
      <pc:sldChg chg="addSp delSp modSp new mod">
        <pc:chgData name="maria tapia aguilar" userId="40584f94e15a2881" providerId="LiveId" clId="{0A1A99AA-84B2-4278-83D6-E4ED0EA3C9C6}" dt="2025-05-04T03:14:14.353" v="2192"/>
        <pc:sldMkLst>
          <pc:docMk/>
          <pc:sldMk cId="3581964884" sldId="262"/>
        </pc:sldMkLst>
        <pc:spChg chg="mod">
          <ac:chgData name="maria tapia aguilar" userId="40584f94e15a2881" providerId="LiveId" clId="{0A1A99AA-84B2-4278-83D6-E4ED0EA3C9C6}" dt="2025-05-04T03:00:22.074" v="1489" actId="20577"/>
          <ac:spMkLst>
            <pc:docMk/>
            <pc:sldMk cId="3581964884" sldId="262"/>
            <ac:spMk id="2" creationId="{C9D41C55-20E8-18D2-3DDA-9FB13334403D}"/>
          </ac:spMkLst>
        </pc:spChg>
        <pc:spChg chg="del mod">
          <ac:chgData name="maria tapia aguilar" userId="40584f94e15a2881" providerId="LiveId" clId="{0A1A99AA-84B2-4278-83D6-E4ED0EA3C9C6}" dt="2025-05-04T03:00:11.093" v="1479" actId="3680"/>
          <ac:spMkLst>
            <pc:docMk/>
            <pc:sldMk cId="3581964884" sldId="262"/>
            <ac:spMk id="3" creationId="{6322AA46-8125-F89C-2710-BE388DB0D85E}"/>
          </ac:spMkLst>
        </pc:spChg>
        <pc:graphicFrameChg chg="add mod ord modGraphic">
          <ac:chgData name="maria tapia aguilar" userId="40584f94e15a2881" providerId="LiveId" clId="{0A1A99AA-84B2-4278-83D6-E4ED0EA3C9C6}" dt="2025-05-04T03:12:32.073" v="2191" actId="6549"/>
          <ac:graphicFrameMkLst>
            <pc:docMk/>
            <pc:sldMk cId="3581964884" sldId="262"/>
            <ac:graphicFrameMk id="4" creationId="{9D2F75CC-C87C-D47D-BF0C-6635509D8824}"/>
          </ac:graphicFrameMkLst>
        </pc:graphicFrameChg>
        <pc:graphicFrameChg chg="add mod">
          <ac:chgData name="maria tapia aguilar" userId="40584f94e15a2881" providerId="LiveId" clId="{0A1A99AA-84B2-4278-83D6-E4ED0EA3C9C6}" dt="2025-05-04T03:14:14.353" v="2192"/>
          <ac:graphicFrameMkLst>
            <pc:docMk/>
            <pc:sldMk cId="3581964884" sldId="262"/>
            <ac:graphicFrameMk id="6" creationId="{8EF08F52-53B3-E0BF-87B4-762B2C41E7EB}"/>
          </ac:graphicFrameMkLst>
        </pc:graphicFrameChg>
      </pc:sldChg>
      <pc:sldChg chg="modSp add mod">
        <pc:chgData name="maria tapia aguilar" userId="40584f94e15a2881" providerId="LiveId" clId="{0A1A99AA-84B2-4278-83D6-E4ED0EA3C9C6}" dt="2025-05-04T03:34:39.168" v="3815" actId="313"/>
        <pc:sldMkLst>
          <pc:docMk/>
          <pc:sldMk cId="386158714" sldId="263"/>
        </pc:sldMkLst>
        <pc:spChg chg="mod">
          <ac:chgData name="maria tapia aguilar" userId="40584f94e15a2881" providerId="LiveId" clId="{0A1A99AA-84B2-4278-83D6-E4ED0EA3C9C6}" dt="2025-05-04T03:15:31.459" v="2306" actId="14100"/>
          <ac:spMkLst>
            <pc:docMk/>
            <pc:sldMk cId="386158714" sldId="263"/>
            <ac:spMk id="2" creationId="{9A16795E-9441-33D2-F997-A96AA0F2B99A}"/>
          </ac:spMkLst>
        </pc:spChg>
        <pc:graphicFrameChg chg="mod modGraphic">
          <ac:chgData name="maria tapia aguilar" userId="40584f94e15a2881" providerId="LiveId" clId="{0A1A99AA-84B2-4278-83D6-E4ED0EA3C9C6}" dt="2025-05-04T03:34:39.168" v="3815" actId="313"/>
          <ac:graphicFrameMkLst>
            <pc:docMk/>
            <pc:sldMk cId="386158714" sldId="263"/>
            <ac:graphicFrameMk id="4" creationId="{9394E5A1-A40E-97A2-3EEA-D0681BF6D29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4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9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7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4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3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8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2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9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2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56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67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57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74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93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\\TC\BGI%2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DA2A2-BE0F-20D4-6369-3AF765FA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GRAFICACION EN C</a:t>
            </a:r>
          </a:p>
        </p:txBody>
      </p:sp>
    </p:spTree>
    <p:extLst>
      <p:ext uri="{BB962C8B-B14F-4D97-AF65-F5344CB8AC3E}">
        <p14:creationId xmlns:p14="http://schemas.microsoft.com/office/powerpoint/2010/main" val="266067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D1F4B-BE3E-7DED-B1E2-6B27234F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7382"/>
          </a:xfrm>
        </p:spPr>
        <p:txBody>
          <a:bodyPr/>
          <a:lstStyle/>
          <a:p>
            <a:pPr algn="ctr"/>
            <a:r>
              <a:rPr lang="es-MX" sz="3200" dirty="0"/>
              <a:t>PASOS PARA GRAFICACION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88087-E3EC-DC31-7DD4-85FCD4C9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126" y="1338943"/>
            <a:ext cx="9905999" cy="46373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  PASO 1:  Incluir el encabezado .</a:t>
            </a:r>
          </a:p>
          <a:p>
            <a:pPr marL="0" indent="0">
              <a:buNone/>
            </a:pPr>
            <a:r>
              <a:rPr lang="es-MX" dirty="0"/>
              <a:t>	#include &lt;</a:t>
            </a:r>
            <a:r>
              <a:rPr lang="es-MX" dirty="0" err="1"/>
              <a:t>graphics.h</a:t>
            </a:r>
            <a:r>
              <a:rPr lang="es-MX" dirty="0"/>
              <a:t>&gt;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PASO 2:   Habilitar el  modo grafico.</a:t>
            </a:r>
          </a:p>
          <a:p>
            <a:pPr marL="0" indent="0">
              <a:buNone/>
            </a:pPr>
            <a:r>
              <a:rPr lang="es-MX" dirty="0"/>
              <a:t>Para graficar es necesarios conocer entre otros la posibilidad de colores, activar el modo grafico, la resolución del monitor que se usa.</a:t>
            </a:r>
          </a:p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 err="1"/>
              <a:t>int</a:t>
            </a:r>
            <a:r>
              <a:rPr lang="es-MX" dirty="0"/>
              <a:t> monitor=  DETECT, modo;</a:t>
            </a:r>
          </a:p>
          <a:p>
            <a:pPr marL="0" indent="0">
              <a:buNone/>
            </a:pPr>
            <a:r>
              <a:rPr lang="es-MX" dirty="0"/>
              <a:t>      </a:t>
            </a:r>
            <a:r>
              <a:rPr lang="es-MX" dirty="0" err="1"/>
              <a:t>initgraph</a:t>
            </a:r>
            <a:r>
              <a:rPr lang="es-MX" dirty="0"/>
              <a:t>(&amp;pantalla, &amp;modo, </a:t>
            </a:r>
            <a:r>
              <a:rPr lang="es-MX" dirty="0">
                <a:hlinkClick r:id="rId2" action="ppaction://hlinkfile"/>
              </a:rPr>
              <a:t>\\TC\\BGI 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PASO 3: uso de funciones que grafican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PASO 4: Cerrar el modo grafico.</a:t>
            </a:r>
          </a:p>
          <a:p>
            <a:pPr marL="0" indent="0">
              <a:buNone/>
            </a:pPr>
            <a:r>
              <a:rPr lang="es-MX" dirty="0"/>
              <a:t>       </a:t>
            </a:r>
            <a:r>
              <a:rPr lang="es-MX" dirty="0" err="1"/>
              <a:t>closegraph</a:t>
            </a:r>
            <a:r>
              <a:rPr lang="es-MX" dirty="0"/>
              <a:t>();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3061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F966-5075-2997-1929-BF82C2F0A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F6F84-10A0-9D35-EBA2-0B89916A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7382"/>
          </a:xfrm>
        </p:spPr>
        <p:txBody>
          <a:bodyPr/>
          <a:lstStyle/>
          <a:p>
            <a:pPr algn="ctr"/>
            <a:r>
              <a:rPr lang="es-MX" sz="3200" dirty="0"/>
              <a:t>ORIGEN DEL PLANO CARTESIANO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BBB5DC-F208-0B70-1374-F4673ACBE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126" y="1240971"/>
            <a:ext cx="9905999" cy="4735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  </a:t>
            </a:r>
          </a:p>
          <a:p>
            <a:pPr marL="0" indent="0">
              <a:buNone/>
            </a:pPr>
            <a:r>
              <a:rPr lang="es-MX" dirty="0"/>
              <a:t> Las imágenes en pantalla se miden en pixeles                          </a:t>
            </a:r>
          </a:p>
          <a:p>
            <a:pPr marL="0" indent="0">
              <a:buNone/>
            </a:pPr>
            <a:r>
              <a:rPr lang="es-MX" dirty="0"/>
              <a:t>                             X  639 A 1365 DEPENDIENDO DE LA PANTALLA</a:t>
            </a:r>
          </a:p>
          <a:p>
            <a:pPr marL="0" indent="0">
              <a:buNone/>
            </a:pPr>
            <a:r>
              <a:rPr lang="es-MX" dirty="0"/>
              <a:t>(0,0)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Y</a:t>
            </a:r>
          </a:p>
          <a:p>
            <a:pPr marL="0" indent="0">
              <a:buNone/>
            </a:pPr>
            <a:r>
              <a:rPr lang="es-MX" dirty="0"/>
              <a:t>479 A </a:t>
            </a:r>
          </a:p>
          <a:p>
            <a:pPr marL="0" indent="0">
              <a:buNone/>
            </a:pPr>
            <a:r>
              <a:rPr lang="es-MX" dirty="0"/>
              <a:t>705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AE8989C-4A38-07E3-F2DA-17614513F875}"/>
              </a:ext>
            </a:extLst>
          </p:cNvPr>
          <p:cNvCxnSpPr/>
          <p:nvPr/>
        </p:nvCxnSpPr>
        <p:spPr>
          <a:xfrm>
            <a:off x="1943100" y="2645229"/>
            <a:ext cx="0" cy="2514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29696A3-89D3-B2EB-1B15-B49B1EC22D11}"/>
              </a:ext>
            </a:extLst>
          </p:cNvPr>
          <p:cNvCxnSpPr>
            <a:cxnSpLocks/>
          </p:cNvCxnSpPr>
          <p:nvPr/>
        </p:nvCxnSpPr>
        <p:spPr>
          <a:xfrm flipV="1">
            <a:off x="1926771" y="2645229"/>
            <a:ext cx="4800600" cy="1632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03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97150-2FB4-9E21-E32E-A8C64A8E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98EDC-65E7-7BA4-8EFF-66752E5B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7382"/>
          </a:xfrm>
        </p:spPr>
        <p:txBody>
          <a:bodyPr/>
          <a:lstStyle/>
          <a:p>
            <a:pPr algn="ctr"/>
            <a:r>
              <a:rPr lang="es-MX" sz="3200" dirty="0"/>
              <a:t>FUNCIONES DE POSICIONAMIENTO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1B443-8C5C-4D80-284E-172800614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126" y="1485900"/>
            <a:ext cx="9905999" cy="44903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 </a:t>
            </a:r>
            <a:r>
              <a:rPr lang="es-MX" sz="2400" dirty="0"/>
              <a:t>Para pintar cualquier objeto se requiere dar las coordenadas donde se  ubicara.  </a:t>
            </a:r>
          </a:p>
          <a:p>
            <a:pPr marL="0" indent="0">
              <a:buNone/>
            </a:pPr>
            <a:endParaRPr lang="es-MX" sz="2400" dirty="0"/>
          </a:p>
          <a:p>
            <a:pPr marL="0" indent="0">
              <a:buNone/>
            </a:pPr>
            <a:r>
              <a:rPr lang="es-MX" sz="2400" dirty="0"/>
              <a:t>La </a:t>
            </a:r>
            <a:r>
              <a:rPr lang="es-MX" sz="2400" dirty="0" err="1"/>
              <a:t>sigte</a:t>
            </a:r>
            <a:r>
              <a:rPr lang="es-MX" sz="2400" dirty="0"/>
              <a:t> instrucción coloca texto en la pantalla</a:t>
            </a:r>
          </a:p>
          <a:p>
            <a:pPr marL="0" indent="0">
              <a:buNone/>
            </a:pPr>
            <a:r>
              <a:rPr lang="es-MX" sz="2400" dirty="0"/>
              <a:t>			 </a:t>
            </a:r>
            <a:r>
              <a:rPr lang="es-MX" sz="2400" dirty="0" err="1"/>
              <a:t>outtextxy</a:t>
            </a:r>
            <a:r>
              <a:rPr lang="es-MX" sz="2400" dirty="0"/>
              <a:t>(</a:t>
            </a:r>
            <a:r>
              <a:rPr lang="es-MX" sz="2400" dirty="0" err="1"/>
              <a:t>iny</a:t>
            </a:r>
            <a:r>
              <a:rPr lang="es-MX" sz="2400" dirty="0"/>
              <a:t> x, </a:t>
            </a:r>
            <a:r>
              <a:rPr lang="es-MX" sz="2400" dirty="0" err="1"/>
              <a:t>int</a:t>
            </a:r>
            <a:r>
              <a:rPr lang="es-MX" sz="2400" dirty="0"/>
              <a:t> y, ”texto”) ;</a:t>
            </a:r>
          </a:p>
          <a:p>
            <a:pPr marL="0" indent="0">
              <a:buNone/>
            </a:pPr>
            <a:r>
              <a:rPr lang="es-MX" sz="2400" dirty="0"/>
              <a:t>Ejemplo:  </a:t>
            </a:r>
            <a:r>
              <a:rPr lang="es-MX" sz="2400" dirty="0" err="1"/>
              <a:t>outtextxy</a:t>
            </a:r>
            <a:r>
              <a:rPr lang="es-MX" sz="2400" dirty="0"/>
              <a:t>(100, 150, “Hola Mundo”);</a:t>
            </a:r>
          </a:p>
          <a:p>
            <a:pPr marL="0" indent="0">
              <a:buNone/>
            </a:pPr>
            <a:endParaRPr lang="es-MX" sz="2400" dirty="0"/>
          </a:p>
          <a:p>
            <a:pPr marL="0" indent="0">
              <a:buNone/>
            </a:pPr>
            <a:r>
              <a:rPr lang="es-MX" sz="2400" dirty="0"/>
              <a:t>Funciones para detectar los pixeles de la pantalla :</a:t>
            </a:r>
          </a:p>
          <a:p>
            <a:pPr marL="0" indent="0">
              <a:buNone/>
            </a:pPr>
            <a:r>
              <a:rPr lang="es-MX" sz="2400" dirty="0"/>
              <a:t>		</a:t>
            </a:r>
            <a:r>
              <a:rPr lang="es-MX" sz="2400" dirty="0" err="1"/>
              <a:t>getmaxx</a:t>
            </a:r>
            <a:r>
              <a:rPr lang="es-MX" sz="2400" dirty="0"/>
              <a:t>()      Calcula la cantidad de pixeles x  renglón</a:t>
            </a:r>
          </a:p>
          <a:p>
            <a:pPr marL="0" indent="0">
              <a:buNone/>
            </a:pPr>
            <a:r>
              <a:rPr lang="es-MX" sz="2400" dirty="0"/>
              <a:t>    		</a:t>
            </a:r>
            <a:r>
              <a:rPr lang="es-MX" sz="2400" dirty="0" err="1"/>
              <a:t>getmaxy</a:t>
            </a:r>
            <a:r>
              <a:rPr lang="es-MX" sz="2400" dirty="0"/>
              <a:t>()      Calcula el numero de renglones de pixeles</a:t>
            </a:r>
          </a:p>
        </p:txBody>
      </p:sp>
    </p:spTree>
    <p:extLst>
      <p:ext uri="{BB962C8B-B14F-4D97-AF65-F5344CB8AC3E}">
        <p14:creationId xmlns:p14="http://schemas.microsoft.com/office/powerpoint/2010/main" val="72346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30C7E-DFC9-E500-1E13-5F06133E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9268"/>
          </a:xfrm>
        </p:spPr>
        <p:txBody>
          <a:bodyPr/>
          <a:lstStyle/>
          <a:p>
            <a:r>
              <a:rPr lang="es-MX" sz="2400" dirty="0"/>
              <a:t>LISTA DE COLORES BASICOS Y TIPOS DE LINEAS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40962729-E84A-F612-74C0-13F494B6076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25384763"/>
              </p:ext>
            </p:extLst>
          </p:nvPr>
        </p:nvGraphicFramePr>
        <p:xfrm>
          <a:off x="952409" y="930729"/>
          <a:ext cx="4395786" cy="500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893">
                  <a:extLst>
                    <a:ext uri="{9D8B030D-6E8A-4147-A177-3AD203B41FA5}">
                      <a16:colId xmlns:a16="http://schemas.microsoft.com/office/drawing/2014/main" val="3801837764"/>
                    </a:ext>
                  </a:extLst>
                </a:gridCol>
                <a:gridCol w="2197893">
                  <a:extLst>
                    <a:ext uri="{9D8B030D-6E8A-4147-A177-3AD203B41FA5}">
                      <a16:colId xmlns:a16="http://schemas.microsoft.com/office/drawing/2014/main" val="1250111972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72622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91596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30798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854229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CYAN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25247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77665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MAGENTA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187428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9282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LIGHTGRAY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463778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DARKGRAY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799297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LIGHTBLUE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45274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149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749679"/>
                  </a:ext>
                </a:extLst>
              </a:tr>
            </a:tbl>
          </a:graphicData>
        </a:graphic>
      </p:graphicFrame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2105408-CF4A-F5D7-578C-79260DC520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0341479"/>
              </p:ext>
            </p:extLst>
          </p:nvPr>
        </p:nvGraphicFramePr>
        <p:xfrm>
          <a:off x="5654675" y="2055813"/>
          <a:ext cx="43957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894">
                  <a:extLst>
                    <a:ext uri="{9D8B030D-6E8A-4147-A177-3AD203B41FA5}">
                      <a16:colId xmlns:a16="http://schemas.microsoft.com/office/drawing/2014/main" val="378045242"/>
                    </a:ext>
                  </a:extLst>
                </a:gridCol>
                <a:gridCol w="2197894">
                  <a:extLst>
                    <a:ext uri="{9D8B030D-6E8A-4147-A177-3AD203B41FA5}">
                      <a16:colId xmlns:a16="http://schemas.microsoft.com/office/drawing/2014/main" val="1698964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 de </a:t>
                      </a:r>
                      <a:r>
                        <a:rPr lang="es-MX" dirty="0" err="1"/>
                        <a:t>Linea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99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SOLID_LINE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5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DOTTED_LINE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2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CENTER_LINE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9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DASHED_LINE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3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USERBIT_LINE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9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66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6CFAE-DD2D-11DB-C0A4-4F1C8765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D62C7-8B4F-E50B-56A7-AFE197DD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78011"/>
          </a:xfrm>
        </p:spPr>
        <p:txBody>
          <a:bodyPr/>
          <a:lstStyle/>
          <a:p>
            <a:r>
              <a:rPr lang="es-MX" sz="2400" dirty="0"/>
              <a:t>LISTA DE TRAMAS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6714E17-FF2F-870C-3592-679DD63376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91911530"/>
              </p:ext>
            </p:extLst>
          </p:nvPr>
        </p:nvGraphicFramePr>
        <p:xfrm>
          <a:off x="3042468" y="933998"/>
          <a:ext cx="4713603" cy="5394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318">
                  <a:extLst>
                    <a:ext uri="{9D8B030D-6E8A-4147-A177-3AD203B41FA5}">
                      <a16:colId xmlns:a16="http://schemas.microsoft.com/office/drawing/2014/main" val="3801837764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1250111972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TRAMAS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Numero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72622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EMPTY_FILL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91596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SOLID_FILL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30798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LINE_FILL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854229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LTSLASH_FILL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25247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SLASH_FILL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77665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BKSLASH_FILL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187428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LTBKSLASH_FILL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9282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HATCH_FILL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463778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XHATCH_FILL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799297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INTERLEAVE_FILL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45274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WIDE_DOT_FILL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149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CLOSE_DOT_FILL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749679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r>
                        <a:rPr lang="es-MX" dirty="0"/>
                        <a:t>USER_FILL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845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38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41C55-20E8-18D2-3DDA-9FB13334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5596"/>
          </a:xfrm>
        </p:spPr>
        <p:txBody>
          <a:bodyPr/>
          <a:lstStyle/>
          <a:p>
            <a:r>
              <a:rPr lang="es-MX" sz="2400" dirty="0"/>
              <a:t>FUNCIONES DE GRAFICACION ESTANDARD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D2F75CC-C87C-D47D-BF0C-6635509D8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944582"/>
              </p:ext>
            </p:extLst>
          </p:nvPr>
        </p:nvGraphicFramePr>
        <p:xfrm>
          <a:off x="646111" y="1208313"/>
          <a:ext cx="10538960" cy="4947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289">
                  <a:extLst>
                    <a:ext uri="{9D8B030D-6E8A-4147-A177-3AD203B41FA5}">
                      <a16:colId xmlns:a16="http://schemas.microsoft.com/office/drawing/2014/main" val="1401314522"/>
                    </a:ext>
                  </a:extLst>
                </a:gridCol>
                <a:gridCol w="5698671">
                  <a:extLst>
                    <a:ext uri="{9D8B030D-6E8A-4147-A177-3AD203B41FA5}">
                      <a16:colId xmlns:a16="http://schemas.microsoft.com/office/drawing/2014/main" val="1701385978"/>
                    </a:ext>
                  </a:extLst>
                </a:gridCol>
              </a:tblGrid>
              <a:tr h="473357">
                <a:tc>
                  <a:txBody>
                    <a:bodyPr/>
                    <a:lstStyle/>
                    <a:p>
                      <a:r>
                        <a:rPr lang="es-MX" dirty="0"/>
                        <a:t>FUNCIONES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500617"/>
                  </a:ext>
                </a:extLst>
              </a:tr>
              <a:tr h="473357">
                <a:tc>
                  <a:txBody>
                    <a:bodyPr/>
                    <a:lstStyle/>
                    <a:p>
                      <a:r>
                        <a:rPr lang="es-MX" dirty="0" err="1"/>
                        <a:t>setbkcolor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color);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Activa el color en el </a:t>
                      </a:r>
                      <a:r>
                        <a:rPr lang="es-MX" dirty="0" err="1"/>
                        <a:t>background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461404"/>
                  </a:ext>
                </a:extLst>
              </a:tr>
              <a:tr h="473357">
                <a:tc>
                  <a:txBody>
                    <a:bodyPr/>
                    <a:lstStyle/>
                    <a:p>
                      <a:r>
                        <a:rPr lang="es-MX" dirty="0" err="1"/>
                        <a:t>getbkcolor</a:t>
                      </a:r>
                      <a:r>
                        <a:rPr lang="es-MX" dirty="0"/>
                        <a:t>();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Obtiene el color del </a:t>
                      </a:r>
                      <a:r>
                        <a:rPr lang="es-MX" dirty="0" err="1"/>
                        <a:t>background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331873"/>
                  </a:ext>
                </a:extLst>
              </a:tr>
              <a:tr h="473357">
                <a:tc>
                  <a:txBody>
                    <a:bodyPr/>
                    <a:lstStyle/>
                    <a:p>
                      <a:r>
                        <a:rPr lang="es-MX" dirty="0" err="1"/>
                        <a:t>setcolor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color)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Activa el color de los </a:t>
                      </a:r>
                      <a:r>
                        <a:rPr lang="es-MX" dirty="0" err="1"/>
                        <a:t>trzas</a:t>
                      </a:r>
                      <a:r>
                        <a:rPr lang="es-MX" dirty="0"/>
                        <a:t> que se realicen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68299"/>
                  </a:ext>
                </a:extLst>
              </a:tr>
              <a:tr h="473357">
                <a:tc>
                  <a:txBody>
                    <a:bodyPr/>
                    <a:lstStyle/>
                    <a:p>
                      <a:r>
                        <a:rPr lang="es-MX" dirty="0" err="1"/>
                        <a:t>getcolor</a:t>
                      </a:r>
                      <a:r>
                        <a:rPr lang="es-MX" dirty="0"/>
                        <a:t>();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Obtiene el color activo de la pantalla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369200"/>
                  </a:ext>
                </a:extLst>
              </a:tr>
              <a:tr h="473357">
                <a:tc>
                  <a:txBody>
                    <a:bodyPr/>
                    <a:lstStyle/>
                    <a:p>
                      <a:r>
                        <a:rPr lang="es-MX" dirty="0" err="1"/>
                        <a:t>setfillstyle</a:t>
                      </a:r>
                      <a:r>
                        <a:rPr lang="es-MX" dirty="0"/>
                        <a:t>(tipo de trama, color de relleno)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Proporciona el tipo de trama y color de relleno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77391"/>
                  </a:ext>
                </a:extLst>
              </a:tr>
              <a:tr h="817028">
                <a:tc>
                  <a:txBody>
                    <a:bodyPr/>
                    <a:lstStyle/>
                    <a:p>
                      <a:r>
                        <a:rPr lang="es-MX" dirty="0" err="1"/>
                        <a:t>setlinestyle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tipo de línea,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patron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ancho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Formato de línea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13882"/>
                  </a:ext>
                </a:extLst>
              </a:tr>
              <a:tr h="817028">
                <a:tc>
                  <a:txBody>
                    <a:bodyPr/>
                    <a:lstStyle/>
                    <a:p>
                      <a:r>
                        <a:rPr lang="es-MX" dirty="0" err="1"/>
                        <a:t>floodfill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color)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Rellena la figura geométrica, dando </a:t>
                      </a:r>
                      <a:r>
                        <a:rPr lang="es-MX" dirty="0" err="1"/>
                        <a:t>coordena</a:t>
                      </a:r>
                      <a:r>
                        <a:rPr lang="es-MX" dirty="0"/>
                        <a:t>-</a:t>
                      </a:r>
                    </a:p>
                    <a:p>
                      <a:r>
                        <a:rPr lang="es-MX" dirty="0"/>
                        <a:t>das dentro de la figura.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57216"/>
                  </a:ext>
                </a:extLst>
              </a:tr>
              <a:tr h="473357">
                <a:tc>
                  <a:txBody>
                    <a:bodyPr/>
                    <a:lstStyle/>
                    <a:p>
                      <a:r>
                        <a:rPr lang="es-MX" dirty="0" err="1"/>
                        <a:t>cleardevise</a:t>
                      </a:r>
                      <a:r>
                        <a:rPr lang="es-MX" dirty="0"/>
                        <a:t>();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Limpiar la pantalla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1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96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9092-1DD8-0C38-CB50-353F9C8F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6795E-9441-33D2-F997-A96AA0F2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538960" cy="755596"/>
          </a:xfrm>
        </p:spPr>
        <p:txBody>
          <a:bodyPr/>
          <a:lstStyle/>
          <a:p>
            <a:r>
              <a:rPr lang="es-MX" sz="2400" dirty="0"/>
              <a:t>FUNCIONES PARA DIBUJAR PIXELES, LINEAS Y FIGURAS GEOMETRICAS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394E5A1-A40E-97A2-3EEA-D0681BF6D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870767"/>
              </p:ext>
            </p:extLst>
          </p:nvPr>
        </p:nvGraphicFramePr>
        <p:xfrm>
          <a:off x="646111" y="865414"/>
          <a:ext cx="10538960" cy="5871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289">
                  <a:extLst>
                    <a:ext uri="{9D8B030D-6E8A-4147-A177-3AD203B41FA5}">
                      <a16:colId xmlns:a16="http://schemas.microsoft.com/office/drawing/2014/main" val="1401314522"/>
                    </a:ext>
                  </a:extLst>
                </a:gridCol>
                <a:gridCol w="5698671">
                  <a:extLst>
                    <a:ext uri="{9D8B030D-6E8A-4147-A177-3AD203B41FA5}">
                      <a16:colId xmlns:a16="http://schemas.microsoft.com/office/drawing/2014/main" val="1701385978"/>
                    </a:ext>
                  </a:extLst>
                </a:gridCol>
              </a:tblGrid>
              <a:tr h="501235">
                <a:tc>
                  <a:txBody>
                    <a:bodyPr/>
                    <a:lstStyle/>
                    <a:p>
                      <a:r>
                        <a:rPr lang="es-MX" dirty="0"/>
                        <a:t>FUNCIONES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500617"/>
                  </a:ext>
                </a:extLst>
              </a:tr>
              <a:tr h="501235">
                <a:tc>
                  <a:txBody>
                    <a:bodyPr/>
                    <a:lstStyle/>
                    <a:p>
                      <a:r>
                        <a:rPr lang="es-MX" dirty="0" err="1"/>
                        <a:t>putpixel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color)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Dibuja un pixel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461404"/>
                  </a:ext>
                </a:extLst>
              </a:tr>
              <a:tr h="501235">
                <a:tc>
                  <a:txBody>
                    <a:bodyPr/>
                    <a:lstStyle/>
                    <a:p>
                      <a:r>
                        <a:rPr lang="es-MX" dirty="0"/>
                        <a:t>line(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x1,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y1,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x2,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Punto inicial(x1,y1) punto final(x2, y2), dibuja </a:t>
                      </a:r>
                      <a:r>
                        <a:rPr lang="es-MX" dirty="0" err="1"/>
                        <a:t>linea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331873"/>
                  </a:ext>
                </a:extLst>
              </a:tr>
              <a:tr h="677777">
                <a:tc>
                  <a:txBody>
                    <a:bodyPr/>
                    <a:lstStyle/>
                    <a:p>
                      <a:r>
                        <a:rPr lang="es-MX" dirty="0" err="1"/>
                        <a:t>rectangle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x_izq_sup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y_izq_sup</a:t>
                      </a:r>
                      <a:r>
                        <a:rPr lang="es-MX" dirty="0"/>
                        <a:t>,</a:t>
                      </a:r>
                    </a:p>
                    <a:p>
                      <a:r>
                        <a:rPr lang="es-MX" dirty="0"/>
                        <a:t>                    </a:t>
                      </a:r>
                      <a:r>
                        <a:rPr lang="es-MX" dirty="0" err="1"/>
                        <a:t>int_x_der_inf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y_der_inf</a:t>
                      </a:r>
                      <a:r>
                        <a:rPr lang="es-MX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Dibuja un rectángulo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68299"/>
                  </a:ext>
                </a:extLst>
              </a:tr>
              <a:tr h="501235">
                <a:tc>
                  <a:txBody>
                    <a:bodyPr/>
                    <a:lstStyle/>
                    <a:p>
                      <a:r>
                        <a:rPr lang="es-MX" dirty="0" err="1"/>
                        <a:t>circle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radio)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Punto central (</a:t>
                      </a:r>
                      <a:r>
                        <a:rPr lang="es-MX" dirty="0" err="1"/>
                        <a:t>x,y</a:t>
                      </a:r>
                      <a:r>
                        <a:rPr lang="es-MX" dirty="0"/>
                        <a:t>) + radio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369200"/>
                  </a:ext>
                </a:extLst>
              </a:tr>
              <a:tr h="677777">
                <a:tc>
                  <a:txBody>
                    <a:bodyPr/>
                    <a:lstStyle/>
                    <a:p>
                      <a:r>
                        <a:rPr lang="es-MX" dirty="0" err="1"/>
                        <a:t>ellipse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angulo_inicial</a:t>
                      </a:r>
                      <a:r>
                        <a:rPr lang="es-MX" dirty="0"/>
                        <a:t>,</a:t>
                      </a:r>
                    </a:p>
                    <a:p>
                      <a:r>
                        <a:rPr lang="es-MX" dirty="0"/>
                        <a:t>          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angulo_final</a:t>
                      </a:r>
                      <a:r>
                        <a:rPr lang="es-MX" dirty="0"/>
                        <a:t>, radio x, radio 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Dibuja una </a:t>
                      </a:r>
                      <a:r>
                        <a:rPr lang="es-MX" dirty="0" err="1"/>
                        <a:t>ellipse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77391"/>
                  </a:ext>
                </a:extLst>
              </a:tr>
              <a:tr h="865146">
                <a:tc>
                  <a:txBody>
                    <a:bodyPr/>
                    <a:lstStyle/>
                    <a:p>
                      <a:r>
                        <a:rPr lang="es-MX" dirty="0" err="1"/>
                        <a:t>fillellipse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radiox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radioy</a:t>
                      </a:r>
                      <a:r>
                        <a:rPr lang="es-MX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Rellena la </a:t>
                      </a:r>
                      <a:r>
                        <a:rPr lang="es-MX" dirty="0" err="1"/>
                        <a:t>ellipse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13882"/>
                  </a:ext>
                </a:extLst>
              </a:tr>
              <a:tr h="968252">
                <a:tc>
                  <a:txBody>
                    <a:bodyPr/>
                    <a:lstStyle/>
                    <a:p>
                      <a:r>
                        <a:rPr lang="es-MX" dirty="0" err="1"/>
                        <a:t>fillpoly</a:t>
                      </a:r>
                      <a:r>
                        <a:rPr lang="es-MX" dirty="0"/>
                        <a:t>(total de vértices,</a:t>
                      </a:r>
                    </a:p>
                    <a:p>
                      <a:r>
                        <a:rPr lang="es-MX" dirty="0"/>
                        <a:t>             vector de coordenadas de vértices)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/>
                        <a:t>Rellena  polígonos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57216"/>
                  </a:ext>
                </a:extLst>
              </a:tr>
              <a:tr h="677777">
                <a:tc>
                  <a:txBody>
                    <a:bodyPr/>
                    <a:lstStyle/>
                    <a:p>
                      <a:r>
                        <a:rPr lang="es-MX" dirty="0" err="1"/>
                        <a:t>arc</a:t>
                      </a:r>
                      <a:r>
                        <a:rPr lang="es-MX" dirty="0"/>
                        <a:t>(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x,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y,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comienzo_del</a:t>
                      </a:r>
                      <a:r>
                        <a:rPr lang="es-MX" dirty="0"/>
                        <a:t>_ </a:t>
                      </a:r>
                      <a:r>
                        <a:rPr lang="es-MX" dirty="0" err="1"/>
                        <a:t>angulo</a:t>
                      </a:r>
                      <a:r>
                        <a:rPr lang="es-MX" dirty="0"/>
                        <a:t>, </a:t>
                      </a:r>
                    </a:p>
                    <a:p>
                      <a:r>
                        <a:rPr lang="es-MX" dirty="0"/>
                        <a:t>     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final_del_angulo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int</a:t>
                      </a:r>
                      <a:r>
                        <a:rPr lang="es-MX" dirty="0"/>
                        <a:t> radio)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Dibuja un arco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1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58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</TotalTime>
  <Words>638</Words>
  <Application>Microsoft Office PowerPoint</Application>
  <PresentationFormat>Panorámica</PresentationFormat>
  <Paragraphs>145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GRAFICACION EN C</vt:lpstr>
      <vt:lpstr>PASOS PARA GRAFICACION</vt:lpstr>
      <vt:lpstr>ORIGEN DEL PLANO CARTESIANO</vt:lpstr>
      <vt:lpstr>FUNCIONES DE POSICIONAMIENTO</vt:lpstr>
      <vt:lpstr>LISTA DE COLORES BASICOS Y TIPOS DE LINEAS</vt:lpstr>
      <vt:lpstr>LISTA DE TRAMAS</vt:lpstr>
      <vt:lpstr>FUNCIONES DE GRAFICACION ESTANDARD</vt:lpstr>
      <vt:lpstr>FUNCIONES PARA DIBUJAR PIXELES, LINEAS Y FIGURAS GEOMETRICAS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tapia aguilar</dc:creator>
  <cp:lastModifiedBy>maria tapia aguilar</cp:lastModifiedBy>
  <cp:revision>1</cp:revision>
  <dcterms:created xsi:type="dcterms:W3CDTF">2025-04-30T02:25:48Z</dcterms:created>
  <dcterms:modified xsi:type="dcterms:W3CDTF">2025-05-04T03:34:48Z</dcterms:modified>
</cp:coreProperties>
</file>